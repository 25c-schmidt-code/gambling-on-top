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oldenDice" id="{98c49cc3-8716-61d9-8664-d9de983e23d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GoldenDice Casino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DIÁKPROJEKT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GoldenDice Casino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Egy kitalált kaszinós weboldal, ahol csak játékpénzzel játszunk – és a blackjack már tényleg működik</a:t>
            </a:r>
            <a:endParaRPr lang="en-US" sz="1800" dirty="0"/>
          </a:p>
        </p:txBody>
      </p:sp>
      <p:sp>
        <p:nvSpPr>
          <p:cNvPr id="5" name="Image frame"/>
          <p:cNvSpPr/>
          <p:nvPr/>
        </p:nvSpPr>
        <p:spPr>
          <a:xfrm>
            <a:off x="5760720" y="777240"/>
            <a:ext cx="3017520" cy="30175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Blackjack picture" descr="Blackjack kártyák: ász és bu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914400"/>
            <a:ext cx="2743200" cy="2743200"/>
          </a:xfrm>
          <a:prstGeom prst="ellipse">
            <a:avLst/>
          </a:prstGeom>
        </p:spPr>
      </p:pic>
      <p:sp>
        <p:nvSpPr>
          <p:cNvPr id="7" name="Note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Csak játékpénz, csak a móka kedvéért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 ez az egész?</a:t>
            </a:r>
            <a:endParaRPr lang="en-US" sz="36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Egy iskolai projekt: kaszinós weboldal főoldallal és külön játékoldalakkal. Itt semmi sem valódi pénz, az egész csak játék.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548640" y="237744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tat 1"/>
          <p:cNvSpPr txBox="1"/>
          <p:nvPr/>
        </p:nvSpPr>
        <p:spPr>
          <a:xfrm>
            <a:off x="5486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</a:t>
            </a:r>
            <a:endParaRPr lang="en-US" sz="6600" dirty="0"/>
          </a:p>
        </p:txBody>
      </p:sp>
      <p:sp>
        <p:nvSpPr>
          <p:cNvPr id="6" name="Stat label 1"/>
          <p:cNvSpPr txBox="1"/>
          <p:nvPr/>
        </p:nvSpPr>
        <p:spPr>
          <a:xfrm>
            <a:off x="5486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játékot terveztünk</a:t>
            </a:r>
            <a:endParaRPr lang="en-US" sz="1800" dirty="0"/>
          </a:p>
        </p:txBody>
      </p:sp>
      <p:sp>
        <p:nvSpPr>
          <p:cNvPr id="7" name="Stat card 2"/>
          <p:cNvSpPr/>
          <p:nvPr/>
        </p:nvSpPr>
        <p:spPr>
          <a:xfrm>
            <a:off x="3291840" y="237744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tat 2"/>
          <p:cNvSpPr txBox="1"/>
          <p:nvPr/>
        </p:nvSpPr>
        <p:spPr>
          <a:xfrm>
            <a:off x="32918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</a:t>
            </a:r>
            <a:endParaRPr lang="en-US" sz="6600" dirty="0"/>
          </a:p>
        </p:txBody>
      </p:sp>
      <p:sp>
        <p:nvSpPr>
          <p:cNvPr id="9" name="Stat label 2"/>
          <p:cNvSpPr txBox="1"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már most kipróbálható</a:t>
            </a:r>
            <a:endParaRPr lang="en-US" sz="1800" dirty="0"/>
          </a:p>
        </p:txBody>
      </p:sp>
      <p:sp>
        <p:nvSpPr>
          <p:cNvPr id="10" name="Stat card 3"/>
          <p:cNvSpPr/>
          <p:nvPr/>
        </p:nvSpPr>
        <p:spPr>
          <a:xfrm>
            <a:off x="6035040" y="237744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tat 3"/>
          <p:cNvSpPr txBox="1"/>
          <p:nvPr/>
        </p:nvSpPr>
        <p:spPr>
          <a:xfrm>
            <a:off x="60350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100</a:t>
            </a:r>
            <a:endParaRPr lang="en-US" sz="66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0350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kredit az induláshoz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Mit találsz az oldalon?</a:t>
            </a:r>
            <a:endParaRPr lang="en-US" sz="3600" dirty="0"/>
          </a:p>
        </p:txBody>
      </p:sp>
      <p:sp>
        <p:nvSpPr>
          <p:cNvPr id="3" name="Page card Főoldal"/>
          <p:cNvSpPr/>
          <p:nvPr/>
        </p:nvSpPr>
        <p:spPr>
          <a:xfrm>
            <a:off x="548640" y="132588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Picture Főoldal" descr="Főoldal oldal ké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691640" cy="1280160"/>
          </a:xfrm>
          <a:prstGeom prst="rect">
            <a:avLst/>
          </a:prstGeom>
        </p:spPr>
      </p:pic>
      <p:sp>
        <p:nvSpPr>
          <p:cNvPr id="5" name="Name Főoldal"/>
          <p:cNvSpPr txBox="1"/>
          <p:nvPr/>
        </p:nvSpPr>
        <p:spPr>
          <a:xfrm>
            <a:off x="6400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Főoldal</a:t>
            </a:r>
            <a:endParaRPr lang="en-US" sz="1800" dirty="0"/>
          </a:p>
        </p:txBody>
      </p:sp>
      <p:sp>
        <p:nvSpPr>
          <p:cNvPr id="6" name="Badge Főoldal"/>
          <p:cNvSpPr/>
          <p:nvPr/>
        </p:nvSpPr>
        <p:spPr>
          <a:xfrm>
            <a:off x="640080" y="32004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Badge text Főoldal"/>
          <p:cNvSpPr txBox="1"/>
          <p:nvPr/>
        </p:nvSpPr>
        <p:spPr>
          <a:xfrm>
            <a:off x="6400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Elérhető</a:t>
            </a:r>
            <a:endParaRPr lang="en-US" sz="1100" dirty="0"/>
          </a:p>
        </p:txBody>
      </p:sp>
      <p:sp>
        <p:nvSpPr>
          <p:cNvPr id="8" name="Desc Főoldal"/>
          <p:cNvSpPr txBox="1"/>
          <p:nvPr/>
        </p:nvSpPr>
        <p:spPr>
          <a:xfrm>
            <a:off x="6400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Itt választhatsz játékot</a:t>
            </a:r>
            <a:endParaRPr lang="en-US" sz="1400" dirty="0"/>
          </a:p>
        </p:txBody>
      </p:sp>
      <p:sp>
        <p:nvSpPr>
          <p:cNvPr id="9" name="Page card Rulett"/>
          <p:cNvSpPr/>
          <p:nvPr/>
        </p:nvSpPr>
        <p:spPr>
          <a:xfrm>
            <a:off x="2606040" y="132588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0" name="Picture Rulett" descr="Rulett oldal ké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17320"/>
            <a:ext cx="1691640" cy="1280160"/>
          </a:xfrm>
          <a:prstGeom prst="rect">
            <a:avLst/>
          </a:prstGeom>
        </p:spPr>
      </p:pic>
      <p:sp>
        <p:nvSpPr>
          <p:cNvPr id="11" name="Name Rulett"/>
          <p:cNvSpPr txBox="1"/>
          <p:nvPr/>
        </p:nvSpPr>
        <p:spPr>
          <a:xfrm>
            <a:off x="26974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Rulett</a:t>
            </a:r>
            <a:endParaRPr lang="en-US" sz="1800" dirty="0"/>
          </a:p>
        </p:txBody>
      </p:sp>
      <p:sp>
        <p:nvSpPr>
          <p:cNvPr id="12" name="Badge Rulett"/>
          <p:cNvSpPr/>
          <p:nvPr/>
        </p:nvSpPr>
        <p:spPr>
          <a:xfrm>
            <a:off x="2697480" y="32004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Badge text Rulett"/>
          <p:cNvSpPr txBox="1"/>
          <p:nvPr/>
        </p:nvSpPr>
        <p:spPr>
          <a:xfrm>
            <a:off x="26974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Hamarosan</a:t>
            </a:r>
            <a:endParaRPr lang="en-US" sz="1100" dirty="0"/>
          </a:p>
        </p:txBody>
      </p:sp>
      <p:sp>
        <p:nvSpPr>
          <p:cNvPr id="14" name="Desc Rulett"/>
          <p:cNvSpPr txBox="1"/>
          <p:nvPr/>
        </p:nvSpPr>
        <p:spPr>
          <a:xfrm>
            <a:off x="26974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Még dolgozunk rajta</a:t>
            </a:r>
            <a:endParaRPr lang="en-US" sz="1400" dirty="0"/>
          </a:p>
        </p:txBody>
      </p:sp>
      <p:sp>
        <p:nvSpPr>
          <p:cNvPr id="15" name="Page card Blackjack"/>
          <p:cNvSpPr/>
          <p:nvPr/>
        </p:nvSpPr>
        <p:spPr>
          <a:xfrm>
            <a:off x="4663440" y="132588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6" name="Picture Blackjack" descr="Blackjack oldal ké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17320"/>
            <a:ext cx="1691640" cy="1280160"/>
          </a:xfrm>
          <a:prstGeom prst="rect">
            <a:avLst/>
          </a:prstGeom>
        </p:spPr>
      </p:pic>
      <p:sp>
        <p:nvSpPr>
          <p:cNvPr id="17" name="Name Blackjack"/>
          <p:cNvSpPr txBox="1"/>
          <p:nvPr/>
        </p:nvSpPr>
        <p:spPr>
          <a:xfrm>
            <a:off x="47548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Blackjack</a:t>
            </a:r>
            <a:endParaRPr lang="en-US" sz="1800" dirty="0"/>
          </a:p>
        </p:txBody>
      </p:sp>
      <p:sp>
        <p:nvSpPr>
          <p:cNvPr id="18" name="Badge Blackjack"/>
          <p:cNvSpPr/>
          <p:nvPr/>
        </p:nvSpPr>
        <p:spPr>
          <a:xfrm>
            <a:off x="4754880" y="32004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Badge text Blackjack"/>
          <p:cNvSpPr txBox="1"/>
          <p:nvPr/>
        </p:nvSpPr>
        <p:spPr>
          <a:xfrm>
            <a:off x="47548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Játszható</a:t>
            </a:r>
            <a:endParaRPr lang="en-US" sz="1100" dirty="0"/>
          </a:p>
        </p:txBody>
      </p:sp>
      <p:sp>
        <p:nvSpPr>
          <p:cNvPr id="20" name="Desc Blackjack"/>
          <p:cNvSpPr txBox="1"/>
          <p:nvPr/>
        </p:nvSpPr>
        <p:spPr>
          <a:xfrm>
            <a:off x="47548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Érd el a 21-et!</a:t>
            </a:r>
            <a:endParaRPr lang="en-US" sz="1400" dirty="0"/>
          </a:p>
        </p:txBody>
      </p:sp>
      <p:sp>
        <p:nvSpPr>
          <p:cNvPr id="21" name="Page card Póker"/>
          <p:cNvSpPr/>
          <p:nvPr/>
        </p:nvSpPr>
        <p:spPr>
          <a:xfrm>
            <a:off x="6720840" y="132588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2" name="Picture Póker" descr="Póker oldal ké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17320"/>
            <a:ext cx="1691640" cy="1280160"/>
          </a:xfrm>
          <a:prstGeom prst="rect">
            <a:avLst/>
          </a:prstGeom>
        </p:spPr>
      </p:pic>
      <p:sp>
        <p:nvSpPr>
          <p:cNvPr id="23" name="Name Póker"/>
          <p:cNvSpPr txBox="1"/>
          <p:nvPr/>
        </p:nvSpPr>
        <p:spPr>
          <a:xfrm>
            <a:off x="68122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Póker</a:t>
            </a:r>
            <a:endParaRPr lang="en-US" sz="1800" dirty="0"/>
          </a:p>
        </p:txBody>
      </p:sp>
      <p:sp>
        <p:nvSpPr>
          <p:cNvPr id="24" name="Badge Póker"/>
          <p:cNvSpPr/>
          <p:nvPr/>
        </p:nvSpPr>
        <p:spPr>
          <a:xfrm>
            <a:off x="6812280" y="32004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Badge text Póker"/>
          <p:cNvSpPr txBox="1"/>
          <p:nvPr/>
        </p:nvSpPr>
        <p:spPr>
          <a:xfrm>
            <a:off x="68122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Készítés alatt</a:t>
            </a:r>
            <a:endParaRPr lang="en-US" sz="1100" dirty="0"/>
          </a:p>
        </p:txBody>
      </p:sp>
      <p:sp>
        <p:nvSpPr>
          <p:cNvPr id="26" name="Desc Póker"/>
          <p:cNvSpPr txBox="1"/>
          <p:nvPr/>
        </p:nvSpPr>
        <p:spPr>
          <a:xfrm>
            <a:off x="68122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Ez még készül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Hogy megy a blackjack?</a:t>
            </a:r>
            <a:endParaRPr lang="en-US" sz="3600" dirty="0"/>
          </a:p>
        </p:txBody>
      </p:sp>
      <p:sp>
        <p:nvSpPr>
          <p:cNvPr id="3" name="Number circle 1"/>
          <p:cNvSpPr/>
          <p:nvPr/>
        </p:nvSpPr>
        <p:spPr>
          <a:xfrm>
            <a:off x="548640" y="1371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5486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ule 1"/>
          <p:cNvSpPr txBox="1"/>
          <p:nvPr/>
        </p:nvSpPr>
        <p:spPr>
          <a:xfrm>
            <a:off x="1143000" y="132588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Cél: kerülj minél közelebb a 21-hez, de ne menj túl rajta</a:t>
            </a:r>
            <a:endParaRPr lang="en-US" sz="1600" dirty="0"/>
          </a:p>
        </p:txBody>
      </p:sp>
      <p:sp>
        <p:nvSpPr>
          <p:cNvPr id="6" name="Number circle 2"/>
          <p:cNvSpPr/>
          <p:nvPr/>
        </p:nvSpPr>
        <p:spPr>
          <a:xfrm>
            <a:off x="548640" y="19568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2"/>
          <p:cNvSpPr txBox="1"/>
          <p:nvPr/>
        </p:nvSpPr>
        <p:spPr>
          <a:xfrm>
            <a:off x="54864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Rule 2"/>
          <p:cNvSpPr txBox="1"/>
          <p:nvPr/>
        </p:nvSpPr>
        <p:spPr>
          <a:xfrm>
            <a:off x="1143000" y="19110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képes lapok 10-et érnek, az ász 11-et vagy 1-et</a:t>
            </a:r>
            <a:endParaRPr lang="en-US" sz="1600" dirty="0"/>
          </a:p>
        </p:txBody>
      </p:sp>
      <p:sp>
        <p:nvSpPr>
          <p:cNvPr id="9" name="Number circle 3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3"/>
          <p:cNvSpPr txBox="1"/>
          <p:nvPr/>
        </p:nvSpPr>
        <p:spPr>
          <a:xfrm>
            <a:off x="54864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Rule 3"/>
          <p:cNvSpPr txBox="1"/>
          <p:nvPr/>
        </p:nvSpPr>
        <p:spPr>
          <a:xfrm>
            <a:off x="1143000" y="24963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Az osztó 17 alatt mindig húz még egy lapot</a:t>
            </a:r>
            <a:endParaRPr lang="en-US" sz="1600" dirty="0"/>
          </a:p>
        </p:txBody>
      </p:sp>
      <p:sp>
        <p:nvSpPr>
          <p:cNvPr id="12" name="Number circle 4"/>
          <p:cNvSpPr/>
          <p:nvPr/>
        </p:nvSpPr>
        <p:spPr>
          <a:xfrm>
            <a:off x="548640" y="31272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4"/>
          <p:cNvSpPr txBox="1"/>
          <p:nvPr/>
        </p:nvSpPr>
        <p:spPr>
          <a:xfrm>
            <a:off x="5486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Rule 4"/>
          <p:cNvSpPr txBox="1"/>
          <p:nvPr/>
        </p:nvSpPr>
        <p:spPr>
          <a:xfrm>
            <a:off x="1143000" y="308152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 nyersz, duplán kapod vissza a tétet; döntetlennél visszakapod</a:t>
            </a:r>
            <a:endParaRPr lang="en-US" sz="1600" dirty="0"/>
          </a:p>
        </p:txBody>
      </p:sp>
      <p:sp>
        <p:nvSpPr>
          <p:cNvPr id="15" name="Number circle 5"/>
          <p:cNvSpPr/>
          <p:nvPr/>
        </p:nvSpPr>
        <p:spPr>
          <a:xfrm>
            <a:off x="548640" y="37124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umber 5"/>
          <p:cNvSpPr txBox="1"/>
          <p:nvPr/>
        </p:nvSpPr>
        <p:spPr>
          <a:xfrm>
            <a:off x="54864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Rule 5"/>
          <p:cNvSpPr txBox="1"/>
          <p:nvPr/>
        </p:nvSpPr>
        <p:spPr>
          <a:xfrm>
            <a:off x="1143000" y="366674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Blackjacknél (ász + tízes) még többet fizet: 3:2</a:t>
            </a:r>
            <a:endParaRPr lang="en-US" sz="1600" dirty="0"/>
          </a:p>
        </p:txBody>
      </p:sp>
      <p:sp>
        <p:nvSpPr>
          <p:cNvPr id="18" name="Table felt"/>
          <p:cNvSpPr/>
          <p:nvPr/>
        </p:nvSpPr>
        <p:spPr>
          <a:xfrm>
            <a:off x="5760720" y="1371600"/>
            <a:ext cx="2834640" cy="2880360"/>
          </a:xfrm>
          <a:prstGeom prst="roundRect">
            <a:avLst>
              <a:gd name="adj" fmla="val 4839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Card 1"/>
          <p:cNvSpPr/>
          <p:nvPr/>
        </p:nvSpPr>
        <p:spPr>
          <a:xfrm rot="-360000">
            <a:off x="6172200" y="1691640"/>
            <a:ext cx="914400" cy="12801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Card text 1"/>
          <p:cNvSpPr txBox="1"/>
          <p:nvPr/>
        </p:nvSpPr>
        <p:spPr>
          <a:xfrm rot="-360000">
            <a:off x="6172200" y="1691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131"/>
                </a:solidFill>
              </a:rPr>
              <a:t>A♥</a:t>
            </a:r>
            <a:endParaRPr lang="en-US" sz="3000" dirty="0"/>
          </a:p>
        </p:txBody>
      </p:sp>
      <p:sp>
        <p:nvSpPr>
          <p:cNvPr id="21" name="Card 2"/>
          <p:cNvSpPr/>
          <p:nvPr/>
        </p:nvSpPr>
        <p:spPr>
          <a:xfrm rot="360000">
            <a:off x="7178040" y="1691640"/>
            <a:ext cx="914400" cy="12801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Card text 2"/>
          <p:cNvSpPr txBox="1"/>
          <p:nvPr/>
        </p:nvSpPr>
        <p:spPr>
          <a:xfrm rot="360000">
            <a:off x="7178040" y="1691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B18"/>
                </a:solidFill>
              </a:rPr>
              <a:t>J♠</a:t>
            </a:r>
            <a:endParaRPr lang="en-US" sz="3000" dirty="0"/>
          </a:p>
        </p:txBody>
      </p:sp>
      <p:sp>
        <p:nvSpPr>
          <p:cNvPr id="23" name="Total label"/>
          <p:cNvSpPr txBox="1"/>
          <p:nvPr/>
        </p:nvSpPr>
        <p:spPr>
          <a:xfrm>
            <a:off x="576072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BLACKJACK = 21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Így zajlik egy kör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1371600" cy="24688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tep circle 1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itle 1"/>
          <p:cNvSpPr txBox="1"/>
          <p:nvPr/>
        </p:nvSpPr>
        <p:spPr>
          <a:xfrm>
            <a:off x="621792" y="22402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Tét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640080" y="2697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Legalább 1 kredit mehet rá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1956816" y="2468880"/>
            <a:ext cx="22860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217420" y="1371600"/>
            <a:ext cx="1371600" cy="24688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tep circle 2"/>
          <p:cNvSpPr/>
          <p:nvPr/>
        </p:nvSpPr>
        <p:spPr>
          <a:xfrm>
            <a:off x="26289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 2"/>
          <p:cNvSpPr txBox="1"/>
          <p:nvPr/>
        </p:nvSpPr>
        <p:spPr>
          <a:xfrm>
            <a:off x="26289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290572" y="22402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Osztás</a:t>
            </a:r>
            <a:endParaRPr lang="en-US" sz="1600" dirty="0"/>
          </a:p>
        </p:txBody>
      </p:sp>
      <p:sp>
        <p:nvSpPr>
          <p:cNvPr id="13" name="Step text 2"/>
          <p:cNvSpPr txBox="1"/>
          <p:nvPr/>
        </p:nvSpPr>
        <p:spPr>
          <a:xfrm>
            <a:off x="2308860" y="2697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Mindkét félnek jár 2 lap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3625596" y="2468880"/>
            <a:ext cx="22860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3886200" y="1371600"/>
            <a:ext cx="1371600" cy="24688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tep circle 3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number 3"/>
          <p:cNvSpPr txBox="1"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Step title 3"/>
          <p:cNvSpPr txBox="1"/>
          <p:nvPr/>
        </p:nvSpPr>
        <p:spPr>
          <a:xfrm>
            <a:off x="3959352" y="22402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 jössz</a:t>
            </a:r>
            <a:endParaRPr lang="en-US" sz="1600" dirty="0"/>
          </a:p>
        </p:txBody>
      </p:sp>
      <p:sp>
        <p:nvSpPr>
          <p:cNvPr id="19" name="Step text 3"/>
          <p:cNvSpPr txBox="1"/>
          <p:nvPr/>
        </p:nvSpPr>
        <p:spPr>
          <a:xfrm>
            <a:off x="3977640" y="2697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Kérsz lapot, vagy megállsz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5294376" y="2468880"/>
            <a:ext cx="22860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5554980" y="1371600"/>
            <a:ext cx="1371600" cy="24688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tep circle 4"/>
          <p:cNvSpPr/>
          <p:nvPr/>
        </p:nvSpPr>
        <p:spPr>
          <a:xfrm>
            <a:off x="59664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number 4"/>
          <p:cNvSpPr txBox="1"/>
          <p:nvPr/>
        </p:nvSpPr>
        <p:spPr>
          <a:xfrm>
            <a:off x="59664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Step title 4"/>
          <p:cNvSpPr txBox="1"/>
          <p:nvPr/>
        </p:nvSpPr>
        <p:spPr>
          <a:xfrm>
            <a:off x="5628132" y="22402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Osztó jön</a:t>
            </a:r>
            <a:endParaRPr lang="en-US" sz="1600" dirty="0"/>
          </a:p>
        </p:txBody>
      </p:sp>
      <p:sp>
        <p:nvSpPr>
          <p:cNvPr id="25" name="Step text 4"/>
          <p:cNvSpPr txBox="1"/>
          <p:nvPr/>
        </p:nvSpPr>
        <p:spPr>
          <a:xfrm>
            <a:off x="5646420" y="2697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17-ig húz lapot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6963156" y="2468880"/>
            <a:ext cx="22860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Step card 5"/>
          <p:cNvSpPr/>
          <p:nvPr/>
        </p:nvSpPr>
        <p:spPr>
          <a:xfrm>
            <a:off x="7223760" y="1371600"/>
            <a:ext cx="1371600" cy="24688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tep circle 5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number 5"/>
          <p:cNvSpPr txBox="1"/>
          <p:nvPr/>
        </p:nvSpPr>
        <p:spPr>
          <a:xfrm>
            <a:off x="7635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Step title 5"/>
          <p:cNvSpPr txBox="1"/>
          <p:nvPr/>
        </p:nvSpPr>
        <p:spPr>
          <a:xfrm>
            <a:off x="7296912" y="22402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Eredmény</a:t>
            </a:r>
            <a:endParaRPr lang="en-US" sz="1600" dirty="0"/>
          </a:p>
        </p:txBody>
      </p:sp>
      <p:sp>
        <p:nvSpPr>
          <p:cNvPr id="31" name="Step text 5"/>
          <p:cNvSpPr txBox="1"/>
          <p:nvPr/>
        </p:nvSpPr>
        <p:spPr>
          <a:xfrm>
            <a:off x="7315200" y="2697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Kiderül, ki nyert</a:t>
            </a:r>
            <a:endParaRPr lang="en-US" sz="1400" dirty="0"/>
          </a:p>
        </p:txBody>
      </p:sp>
      <p:sp>
        <p:nvSpPr>
          <p:cNvPr id="32" name="Note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Az osztó második lapját a kör végéig nem látod.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Mivel készült?</a:t>
            </a:r>
            <a:endParaRPr lang="en-US" sz="3600" dirty="0"/>
          </a:p>
        </p:txBody>
      </p:sp>
      <p:sp>
        <p:nvSpPr>
          <p:cNvPr id="3" name="Tech card HTML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Icon circle HTML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Icon HTML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&lt;/&gt;</a:t>
            </a:r>
            <a:endParaRPr lang="en-US" sz="1800" dirty="0"/>
          </a:p>
        </p:txBody>
      </p:sp>
      <p:sp>
        <p:nvSpPr>
          <p:cNvPr id="6" name="Tech name HTML"/>
          <p:cNvSpPr txBox="1"/>
          <p:nvPr/>
        </p:nvSpPr>
        <p:spPr>
          <a:xfrm>
            <a:off x="7772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HTML</a:t>
            </a:r>
            <a:endParaRPr lang="en-US" sz="2200" dirty="0"/>
          </a:p>
        </p:txBody>
      </p:sp>
      <p:sp>
        <p:nvSpPr>
          <p:cNvPr id="7" name="File HTML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index.html</a:t>
            </a:r>
            <a:endParaRPr lang="en-US" sz="1200" dirty="0"/>
          </a:p>
        </p:txBody>
      </p:sp>
      <p:sp>
        <p:nvSpPr>
          <p:cNvPr id="8" name="Points HTML"/>
          <p:cNvSpPr txBox="1"/>
          <p:nvPr/>
        </p:nvSpPr>
        <p:spPr>
          <a:xfrm>
            <a:off x="7772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Minden játék egy oldalon van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Oldalak közt rádiógombbal váltunk</a:t>
            </a:r>
            <a:endParaRPr lang="en-US" sz="1400" dirty="0"/>
          </a:p>
        </p:txBody>
      </p:sp>
      <p:sp>
        <p:nvSpPr>
          <p:cNvPr id="9" name="Tech card CSS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Icon circle CSS"/>
          <p:cNvSpPr/>
          <p:nvPr/>
        </p:nvSpPr>
        <p:spPr>
          <a:xfrm>
            <a:off x="35204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Icon CSS"/>
          <p:cNvSpPr txBox="1"/>
          <p:nvPr/>
        </p:nvSpPr>
        <p:spPr>
          <a:xfrm>
            <a:off x="35204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{ }</a:t>
            </a:r>
            <a:endParaRPr lang="en-US" sz="1800" dirty="0"/>
          </a:p>
        </p:txBody>
      </p:sp>
      <p:sp>
        <p:nvSpPr>
          <p:cNvPr id="12" name="Tech name CSS"/>
          <p:cNvSpPr txBox="1"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CSS</a:t>
            </a:r>
            <a:endParaRPr lang="en-US" sz="2200" dirty="0"/>
          </a:p>
        </p:txBody>
      </p:sp>
      <p:sp>
        <p:nvSpPr>
          <p:cNvPr id="13" name="File CSS"/>
          <p:cNvSpPr txBox="1"/>
          <p:nvPr/>
        </p:nvSpPr>
        <p:spPr>
          <a:xfrm>
            <a:off x="35204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style.css</a:t>
            </a:r>
            <a:endParaRPr lang="en-US" sz="1200" dirty="0"/>
          </a:p>
        </p:txBody>
      </p:sp>
      <p:sp>
        <p:nvSpPr>
          <p:cNvPr id="14" name="Points CSS"/>
          <p:cNvSpPr txBox="1"/>
          <p:nvPr/>
        </p:nvSpPr>
        <p:spPr>
          <a:xfrm>
            <a:off x="35204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Telefonon is jól néz ki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képváltó JS nélkül megy</a:t>
            </a:r>
            <a:endParaRPr lang="en-US" sz="1400" dirty="0"/>
          </a:p>
        </p:txBody>
      </p:sp>
      <p:sp>
        <p:nvSpPr>
          <p:cNvPr id="15" name="Tech card JavaScript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Icon circle JavaScript"/>
          <p:cNvSpPr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Icon JavaScript"/>
          <p:cNvSpPr txBox="1"/>
          <p:nvPr/>
        </p:nvSpPr>
        <p:spPr>
          <a:xfrm>
            <a:off x="6263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JS</a:t>
            </a:r>
            <a:endParaRPr lang="en-US" sz="1800" dirty="0"/>
          </a:p>
        </p:txBody>
      </p:sp>
      <p:sp>
        <p:nvSpPr>
          <p:cNvPr id="18" name="Tech name JavaScript"/>
          <p:cNvSpPr txBox="1"/>
          <p:nvPr/>
        </p:nvSpPr>
        <p:spPr>
          <a:xfrm>
            <a:off x="6263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JavaScript</a:t>
            </a:r>
            <a:endParaRPr lang="en-US" sz="2200" dirty="0"/>
          </a:p>
        </p:txBody>
      </p:sp>
      <p:sp>
        <p:nvSpPr>
          <p:cNvPr id="19" name="File JavaScript"/>
          <p:cNvSpPr txBox="1"/>
          <p:nvPr/>
        </p:nvSpPr>
        <p:spPr>
          <a:xfrm>
            <a:off x="62636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blackjack.js</a:t>
            </a:r>
            <a:endParaRPr lang="en-US" sz="1200" dirty="0"/>
          </a:p>
        </p:txBody>
      </p:sp>
      <p:sp>
        <p:nvSpPr>
          <p:cNvPr id="20" name="Points JavaScript"/>
          <p:cNvSpPr txBox="1"/>
          <p:nvPr/>
        </p:nvSpPr>
        <p:spPr>
          <a:xfrm>
            <a:off x="62636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Keveri a paklit, számolja a lapokat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Elmenti a krediteidet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kreditekről</a:t>
            </a:r>
            <a:endParaRPr lang="en-US" sz="3600" dirty="0"/>
          </a:p>
        </p:txBody>
      </p:sp>
      <p:sp>
        <p:nvSpPr>
          <p:cNvPr id="3" name="Credit card"/>
          <p:cNvSpPr/>
          <p:nvPr/>
        </p:nvSpPr>
        <p:spPr>
          <a:xfrm>
            <a:off x="548640" y="137160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Credit number"/>
          <p:cNvSpPr txBox="1"/>
          <p:nvPr/>
        </p:nvSpPr>
        <p:spPr>
          <a:xfrm>
            <a:off x="548640" y="1737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100</a:t>
            </a:r>
            <a:endParaRPr lang="en-US" sz="8000" dirty="0"/>
          </a:p>
        </p:txBody>
      </p:sp>
      <p:sp>
        <p:nvSpPr>
          <p:cNvPr id="5" name="Credit label"/>
          <p:cNvSpPr txBox="1"/>
          <p:nvPr/>
        </p:nvSpPr>
        <p:spPr>
          <a:xfrm>
            <a:off x="54864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kredit az induláshoz</a:t>
            </a:r>
            <a:endParaRPr lang="en-US" sz="2000" dirty="0"/>
          </a:p>
        </p:txBody>
      </p:sp>
      <p:sp>
        <p:nvSpPr>
          <p:cNvPr id="6" name="Credit points"/>
          <p:cNvSpPr txBox="1"/>
          <p:nvPr/>
        </p:nvSpPr>
        <p:spPr>
          <a:xfrm>
            <a:off x="3657600" y="14630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krediteidet a böngésző megjegyzi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Fogytán van? A fejlécben a +100 gomb segít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Annyit tehetsz meg, amennyid van (legalább 1)</a:t>
            </a:r>
            <a:endParaRPr lang="en-US" sz="1600" dirty="0"/>
          </a:p>
        </p:txBody>
      </p:sp>
      <p:sp>
        <p:nvSpPr>
          <p:cNvPr id="7" name="Avatar frame"/>
          <p:cNvSpPr/>
          <p:nvPr/>
        </p:nvSpPr>
        <p:spPr>
          <a:xfrm>
            <a:off x="7269480" y="1554480"/>
            <a:ext cx="1371600" cy="13716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" name="Avatar" descr="Specialist Dance profilké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618488"/>
            <a:ext cx="1243584" cy="1243584"/>
          </a:xfrm>
          <a:prstGeom prst="ellipse">
            <a:avLst/>
          </a:prstGeom>
        </p:spPr>
      </p:pic>
      <p:sp>
        <p:nvSpPr>
          <p:cNvPr id="9" name="Avatar caption"/>
          <p:cNvSpPr txBox="1"/>
          <p:nvPr/>
        </p:nvSpPr>
        <p:spPr>
          <a:xfrm>
            <a:off x="708660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játékos profilképe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 jön még?</a:t>
            </a:r>
            <a:endParaRPr lang="en-US" sz="3600" dirty="0"/>
          </a:p>
        </p:txBody>
      </p:sp>
      <p:sp>
        <p:nvSpPr>
          <p:cNvPr id="3" name="Road card 1"/>
          <p:cNvSpPr/>
          <p:nvPr/>
        </p:nvSpPr>
        <p:spPr>
          <a:xfrm>
            <a:off x="54864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Road picture 1" descr="Rule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188720" cy="822960"/>
          </a:xfrm>
          <a:prstGeom prst="rect">
            <a:avLst/>
          </a:prstGeom>
        </p:spPr>
      </p:pic>
      <p:sp>
        <p:nvSpPr>
          <p:cNvPr id="5" name="Road title 1"/>
          <p:cNvSpPr txBox="1"/>
          <p:nvPr/>
        </p:nvSpPr>
        <p:spPr>
          <a:xfrm>
            <a:off x="201168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Rulett</a:t>
            </a:r>
            <a:endParaRPr lang="en-US" sz="1600" dirty="0"/>
          </a:p>
        </p:txBody>
      </p:sp>
      <p:sp>
        <p:nvSpPr>
          <p:cNvPr id="6" name="Road text 1"/>
          <p:cNvSpPr txBox="1"/>
          <p:nvPr/>
        </p:nvSpPr>
        <p:spPr>
          <a:xfrm>
            <a:off x="201168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rulettasztal még készül, de hamarosan jön.</a:t>
            </a:r>
            <a:endParaRPr lang="en-US" sz="1400" dirty="0"/>
          </a:p>
        </p:txBody>
      </p:sp>
      <p:sp>
        <p:nvSpPr>
          <p:cNvPr id="7" name="Road card 2"/>
          <p:cNvSpPr/>
          <p:nvPr/>
        </p:nvSpPr>
        <p:spPr>
          <a:xfrm>
            <a:off x="548640" y="242316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8" name="Road picture 2" descr="Pó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1188720" cy="822960"/>
          </a:xfrm>
          <a:prstGeom prst="rect">
            <a:avLst/>
          </a:prstGeom>
        </p:spPr>
      </p:pic>
      <p:sp>
        <p:nvSpPr>
          <p:cNvPr id="9" name="Road title 2"/>
          <p:cNvSpPr txBox="1"/>
          <p:nvPr/>
        </p:nvSpPr>
        <p:spPr>
          <a:xfrm>
            <a:off x="2011680" y="2496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Póker</a:t>
            </a:r>
            <a:endParaRPr lang="en-US" sz="1600" dirty="0"/>
          </a:p>
        </p:txBody>
      </p:sp>
      <p:sp>
        <p:nvSpPr>
          <p:cNvPr id="10" name="Road text 2"/>
          <p:cNvSpPr txBox="1"/>
          <p:nvPr/>
        </p:nvSpPr>
        <p:spPr>
          <a:xfrm>
            <a:off x="2011680" y="2788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Dolgozunk rajta, a póker is jön hamarosan.</a:t>
            </a:r>
            <a:endParaRPr lang="en-US" sz="1400" dirty="0"/>
          </a:p>
        </p:txBody>
      </p:sp>
      <p:sp>
        <p:nvSpPr>
          <p:cNvPr id="11" name="Road card 3"/>
          <p:cNvSpPr/>
          <p:nvPr/>
        </p:nvSpPr>
        <p:spPr>
          <a:xfrm>
            <a:off x="548640" y="3474720"/>
            <a:ext cx="4937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Road placeholder"/>
          <p:cNvSpPr/>
          <p:nvPr/>
        </p:nvSpPr>
        <p:spPr>
          <a:xfrm>
            <a:off x="640080" y="3520440"/>
            <a:ext cx="118872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Road number"/>
          <p:cNvSpPr txBox="1"/>
          <p:nvPr/>
        </p:nvSpPr>
        <p:spPr>
          <a:xfrm>
            <a:off x="640080" y="3520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21</a:t>
            </a:r>
            <a:endParaRPr lang="en-US" sz="3200" dirty="0"/>
          </a:p>
        </p:txBody>
      </p:sp>
      <p:sp>
        <p:nvSpPr>
          <p:cNvPr id="14" name="Road title 3"/>
          <p:cNvSpPr txBox="1"/>
          <p:nvPr/>
        </p:nvSpPr>
        <p:spPr>
          <a:xfrm>
            <a:off x="201168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Még több blackjack</a:t>
            </a:r>
            <a:endParaRPr lang="en-US" sz="1600" dirty="0"/>
          </a:p>
        </p:txBody>
      </p:sp>
      <p:sp>
        <p:nvSpPr>
          <p:cNvPr id="15" name="Road text 3"/>
          <p:cNvSpPr txBox="1"/>
          <p:nvPr/>
        </p:nvSpPr>
        <p:spPr>
          <a:xfrm>
            <a:off x="201168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Ötlet: új lehetőségek a játékban és több visszajelzés a játékosnak.</a:t>
            </a:r>
            <a:endParaRPr lang="en-US" sz="1400" dirty="0"/>
          </a:p>
        </p:txBody>
      </p:sp>
      <p:sp>
        <p:nvSpPr>
          <p:cNvPr id="16" name="Disclaimer card"/>
          <p:cNvSpPr/>
          <p:nvPr/>
        </p:nvSpPr>
        <p:spPr>
          <a:xfrm>
            <a:off x="5760720" y="1371600"/>
            <a:ext cx="2834640" cy="3017520"/>
          </a:xfrm>
          <a:prstGeom prst="roundRect">
            <a:avLst>
              <a:gd name="adj" fmla="val 3871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Disclaimer title"/>
          <p:cNvSpPr txBox="1"/>
          <p:nvPr/>
        </p:nvSpPr>
        <p:spPr>
          <a:xfrm>
            <a:off x="59893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Játssz okosan</a:t>
            </a:r>
            <a:endParaRPr lang="en-US" sz="2000" dirty="0"/>
          </a:p>
        </p:txBody>
      </p:sp>
      <p:sp>
        <p:nvSpPr>
          <p:cNvPr id="18" name="Disclaimer text"/>
          <p:cNvSpPr txBox="1"/>
          <p:nvPr/>
        </p:nvSpPr>
        <p:spPr>
          <a:xfrm>
            <a:off x="5989320" y="20116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Ez egy tanulós projekt, a kreditek nem érnek valódi pénzt. A szerencsejáték függőséget okozhat, ezért ha úgy érzed, bajban vagy, kérj segítséget.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ldenDice">
  <a:themeElements>
    <a:clrScheme name="GoldenDice">
      <a:dk1>
        <a:srgbClr val="071B15"/>
      </a:dk1>
      <a:lt1>
        <a:srgbClr val="F3F5EC"/>
      </a:lt1>
      <a:dk2>
        <a:srgbClr val="102A20"/>
      </a:dk2>
      <a:lt2>
        <a:srgbClr val="B2C1B6"/>
      </a:lt2>
      <a:accent1>
        <a:srgbClr val="E8BD55"/>
      </a:accent1>
      <a:accent2>
        <a:srgbClr val="183B2C"/>
      </a:accent2>
      <a:accent3>
        <a:srgbClr val="C43131"/>
      </a:accent3>
      <a:accent4>
        <a:srgbClr val="2F8F5B"/>
      </a:accent4>
      <a:accent5>
        <a:srgbClr val="F5D780"/>
      </a:accent5>
      <a:accent6>
        <a:srgbClr val="577364"/>
      </a:accent6>
      <a:hlink>
        <a:srgbClr val="E8BD55"/>
      </a:hlink>
      <a:folHlink>
        <a:srgbClr val="B2C1B6"/>
      </a:folHlink>
    </a:clrScheme>
    <a:fontScheme name="GoldenD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GoldenDice Casino</dc:title>
  <dc:subject>PptxGenJS Presentation</dc:subject>
  <dc:creator>GoldenDice</dc:creator>
  <cp:lastModifiedBy>GoldenDice</cp:lastModifiedBy>
  <cp:revision>1</cp:revision>
  <dcterms:created xsi:type="dcterms:W3CDTF">2026-10-22T06:45:58Z</dcterms:created>
  <dcterms:modified xsi:type="dcterms:W3CDTF">2026-10-22T06:45:58Z</dcterms:modified>
</cp:coreProperties>
</file>